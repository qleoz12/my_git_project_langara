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1" r:id="rId3"/>
    <p:sldId id="322" r:id="rId4"/>
    <p:sldId id="323" r:id="rId5"/>
    <p:sldId id="324" r:id="rId6"/>
    <p:sldId id="326" r:id="rId7"/>
    <p:sldId id="327" r:id="rId8"/>
    <p:sldId id="328" r:id="rId9"/>
    <p:sldId id="329" r:id="rId10"/>
    <p:sldId id="330" r:id="rId11"/>
    <p:sldId id="311" r:id="rId12"/>
    <p:sldId id="331" r:id="rId13"/>
    <p:sldId id="332" r:id="rId14"/>
    <p:sldId id="333" r:id="rId15"/>
    <p:sldId id="334" r:id="rId16"/>
    <p:sldId id="33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83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68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55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06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58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266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71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77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35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67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22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0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7691" y="782729"/>
            <a:ext cx="9144000" cy="2387600"/>
          </a:xfrm>
        </p:spPr>
        <p:txBody>
          <a:bodyPr>
            <a:normAutofit/>
          </a:bodyPr>
          <a:lstStyle/>
          <a:p>
            <a:r>
              <a:rPr lang="en-CA" sz="5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Validation Statistics</a:t>
            </a:r>
            <a:endParaRPr lang="en-CA" sz="5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5784307"/>
            <a:ext cx="4302034" cy="10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0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Validation Statistics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term 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cluster validation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is used to design the procedure of evaluating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goodness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of clustering algorithm results. This is important to avoid finding patterns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a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random data, as well as, in the situation where you want to compare two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clustering algorithms.</a:t>
            </a:r>
          </a:p>
          <a:p>
            <a:pPr>
              <a:lnSpc>
                <a:spcPct val="15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Generally, clustering validation statistics can be categorized into 3 classes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0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Validation Statistics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CA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Internal 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cluster validation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, which uses the internal information of the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clustering process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to evaluate the goodness of a clustering structure without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 to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external information. It can be also used for estimating the number of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clusters and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appropriate </a:t>
            </a:r>
            <a:r>
              <a:rPr lang="en-CA" dirty="0"/>
              <a:t>clustering algorithm without any external data</a:t>
            </a:r>
            <a:r>
              <a:rPr lang="en-CA" dirty="0" smtClean="0"/>
              <a:t>.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8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Validation Statistics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b="1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. External cluster validation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, which consists in comparing the results of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a cluster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analysis to an externally known result, such as externally provided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class labels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. It measures the extent to which cluster labels match externally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supplied class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labels. Since we know the “true” cluster number in advance, this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approach is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mainly used for selecting the right clustering algorithm for a specific data set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7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Validation Statistics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Relative cluster validation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, which evaluates the clustering structure by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varying different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parameter values for the same algorithm (e.g.,: varying the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number of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clusters k). It’s generally used for determining the optimal number of clusters.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measures for cluster validation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67017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describe the most widely used clustering validation indices.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Recall that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goal of partitioning clustering algorithms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to split the data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set into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clusters of objects, such that: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• the objects in the same cluster are similar as much as possible,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• and the objects in different clusters are highly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distinct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3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measures for cluster validation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911" y="1563098"/>
            <a:ext cx="1067017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That is, we want the average distance within cluster to be as small as possible; and the average distance between clusters to be as large as possible.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Internal validation measures reflect often the </a:t>
            </a:r>
            <a:r>
              <a:rPr lang="en-CA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compactness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CA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connectedness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the </a:t>
            </a:r>
            <a:r>
              <a:rPr lang="en-CA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separation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the cluster partitions.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7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measures for cluster validation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35507"/>
            <a:ext cx="1067017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CA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Compactness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or cluster cohesion: Measures how close are the objects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within the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same cluster. A lower 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within-cluster variation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is an indicator of a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good compactness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(i.e., a good clustering). The different indices for evaluating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compactness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of clusters are base on distance measures such as the cluster-wise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within average/median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distances between observations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CA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92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measures for cluster validation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35507"/>
            <a:ext cx="10670177" cy="43513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Separation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: Measures how well-separated a cluster is from other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clusters. The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indices used as separation measures include: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- distances between cluster centers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- the pairwise minimum distances between objects in different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clusters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5759946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9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measures for cluster validation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35507"/>
            <a:ext cx="10670177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: corresponds to what extent items are placed in the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same cluster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as their nearest neighbors in the data space. The connectivity has a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value between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0 and infinity and should be minimized.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8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measures for cluster 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5320" y="1435507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Generally most of the indices used for internal clustering validation combine compactness and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separation measures as 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follow: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𝑆𝑒𝑝𝑎𝑟𝑎𝑡𝑖𝑜𝑛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𝐶𝑜𝑚𝑝𝑎𝑐𝑡𝑛𝑒𝑠𝑠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are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weights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5320" y="1435507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7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Dunn index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14355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Dunn index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internal clustering validation measure which can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 computed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as follow: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1. For each cluster, compute the distance between each of the objects in the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cluster and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objects in the other clusters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2. Use the minimum of this pairwise distance as the inter-cluster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separation (</a:t>
            </a:r>
            <a:r>
              <a:rPr lang="en-CA" sz="24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min.separation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7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Dunn index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5320" y="1435507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3. For each cluster, compute the distance between the objects in the same cluster.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4. Use the maximal intra-cluster distance (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i.e.,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maximum diameter) as the </a:t>
                </a:r>
                <a:r>
                  <a:rPr lang="en-CA" sz="2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intracluster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compactness</a:t>
                </a:r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5. Calculate the 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Dunn index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(D) as 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follow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𝑠𝑒𝑝𝑎𝑟𝑎𝑡𝑖𝑜𝑛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𝑑𝑖𝑎𝑚𝑒𝑡𝑒𝑟</m:t>
                          </m:r>
                        </m:den>
                      </m:f>
                    </m:oMath>
                  </m:oMathPara>
                </a14:m>
                <a:endParaRPr lang="en-CA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5320" y="1435507"/>
                <a:ext cx="10515600" cy="4351338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0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Dunn index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1435507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If the data set contains compact and well-separated clusters, the diameter of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the clusters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is expected to be small and the distance between the clusters is expected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to be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large. Thus, Dunn index should be maximized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CA" b="1" dirty="0" smtClean="0">
                <a:latin typeface="Arial" panose="020B0604020202020204" pitchFamily="34" charset="0"/>
                <a:cs typeface="Arial" panose="020B0604020202020204" pitchFamily="34" charset="0"/>
              </a:rPr>
              <a:t>Note: The Silhouette coefficient is another index 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used for internal clustering validation</a:t>
            </a:r>
            <a:endParaRPr lang="en-CA" b="1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1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7" y="116931"/>
            <a:ext cx="10515600" cy="1325563"/>
          </a:xfrm>
        </p:spPr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measures for clustering validation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19" y="1239563"/>
            <a:ext cx="10879183" cy="48999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aim is to compare the identified clusters (by k-means, pam or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hierarchical clustering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) to an external reference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It’s possible to quantify the agreement between partitioning clusters and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external reference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using either the </a:t>
            </a:r>
            <a:r>
              <a:rPr lang="en-CA" sz="2400" i="1" dirty="0">
                <a:latin typeface="Arial" panose="020B0604020202020204" pitchFamily="34" charset="0"/>
                <a:cs typeface="Arial" panose="020B0604020202020204" pitchFamily="34" charset="0"/>
              </a:rPr>
              <a:t>corrected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400" i="1" dirty="0">
                <a:latin typeface="Arial" panose="020B0604020202020204" pitchFamily="34" charset="0"/>
                <a:cs typeface="Arial" panose="020B0604020202020204" pitchFamily="34" charset="0"/>
              </a:rPr>
              <a:t>Rand index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CA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Meila’s</a:t>
            </a:r>
            <a:r>
              <a:rPr lang="en-CA" sz="2400" i="1" dirty="0">
                <a:latin typeface="Arial" panose="020B0604020202020204" pitchFamily="34" charset="0"/>
                <a:cs typeface="Arial" panose="020B0604020202020204" pitchFamily="34" charset="0"/>
              </a:rPr>
              <a:t> variation index VI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which are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implemented in the R function </a:t>
            </a:r>
            <a:r>
              <a:rPr lang="en-CA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cluster.stats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()[</a:t>
            </a:r>
            <a:r>
              <a:rPr lang="en-CA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fpc</a:t>
            </a:r>
            <a:r>
              <a:rPr lang="en-CA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package].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CA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CA" sz="2400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7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7" y="116931"/>
            <a:ext cx="10515600" cy="1325563"/>
          </a:xfrm>
        </p:spPr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measures for clustering validation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19" y="1239563"/>
            <a:ext cx="10879183" cy="4899979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CA" b="1" i="1" dirty="0">
                <a:latin typeface="Arial" panose="020B0604020202020204" pitchFamily="34" charset="0"/>
                <a:cs typeface="Arial" panose="020B0604020202020204" pitchFamily="34" charset="0"/>
              </a:rPr>
              <a:t>corrected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b="1" i="1" dirty="0">
                <a:latin typeface="Arial" panose="020B0604020202020204" pitchFamily="34" charset="0"/>
                <a:cs typeface="Arial" panose="020B0604020202020204" pitchFamily="34" charset="0"/>
              </a:rPr>
              <a:t>Rand index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varies from -1 (no agreement) to 1 (perfect agreement).</a:t>
            </a: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External clustering validation, can be used to select suitable clustering algorithm for a given data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set.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CA" sz="2400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0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7250</TotalTime>
  <Words>823</Words>
  <Application>Microsoft Office PowerPoint</Application>
  <PresentationFormat>Widescreen</PresentationFormat>
  <Paragraphs>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Cluster Validation Statistics</vt:lpstr>
      <vt:lpstr>Cluster Validation Statistics</vt:lpstr>
      <vt:lpstr>Cluster Validation Statistics</vt:lpstr>
      <vt:lpstr>Cluster Validation Statistics</vt:lpstr>
      <vt:lpstr>Cluster Validation Statistics</vt:lpstr>
      <vt:lpstr>Internal measures for cluster validation</vt:lpstr>
      <vt:lpstr>Internal measures for cluster validation</vt:lpstr>
      <vt:lpstr>Internal measures for cluster validation</vt:lpstr>
      <vt:lpstr>Internal measures for cluster validation</vt:lpstr>
      <vt:lpstr>Internal measures for cluster validation</vt:lpstr>
      <vt:lpstr>Internal measures for cluster validation</vt:lpstr>
      <vt:lpstr>Dunn index</vt:lpstr>
      <vt:lpstr>Dunn index</vt:lpstr>
      <vt:lpstr>Dunn index</vt:lpstr>
      <vt:lpstr>External measures for clustering validation</vt:lpstr>
      <vt:lpstr>External measures for clustering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Announcements!!!!</dc:title>
  <dc:creator>jagyeman</dc:creator>
  <cp:lastModifiedBy>Yew-Wei Lim</cp:lastModifiedBy>
  <cp:revision>78</cp:revision>
  <dcterms:created xsi:type="dcterms:W3CDTF">2022-09-11T21:24:29Z</dcterms:created>
  <dcterms:modified xsi:type="dcterms:W3CDTF">2023-06-29T19:31:03Z</dcterms:modified>
</cp:coreProperties>
</file>