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7" r:id="rId4"/>
    <p:sldId id="279" r:id="rId5"/>
    <p:sldId id="274" r:id="rId6"/>
    <p:sldId id="278" r:id="rId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C4ADD-9090-60BA-96B8-A412B21A1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7D1C1-1BBF-7255-DB1F-8D04B7135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C33FD-6560-2D20-0AB0-244EC85EB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81B98-2BD6-7FED-6607-5F67AD2B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4245-EA64-A824-D791-9F6A34018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56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4987-D91E-E747-8448-3E1B72FF6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ACEB8-BDD9-12BA-72A1-5917E3DC5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CB00E-B236-D878-971A-37D47F34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E0E9A-2B55-84A1-CDA7-F1D75DF2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27AB3-3E68-862F-4001-FC1E6900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4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96E0-6F0E-5CD0-FF3A-6C37D0D7F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81E52-9962-6990-E97C-516B7DF55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F9010-91FC-387E-387F-5077AD0C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405D0-3C8E-1306-BE60-699AAAAC5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46FB9-1DE1-825A-B56C-A4EA5DE3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66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73E5C-DE36-2129-1514-A60596513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EC802-D4A2-0032-A948-31A659643D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10F45-B9BA-EA3B-0196-552F1B59C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9696E-138F-639F-C285-5F68A1FB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A251A-CAAE-D370-ED67-871A7465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21D36-EBAF-9CA2-DEBD-946760582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696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A5244-C79C-533F-8BD7-CB6F82318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EDE2C-F0A6-CC70-1F74-C33A749AD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0F0C3-466E-668E-73A7-24D8F8EEF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1009EC-6F60-3C4F-7FFC-EE93AEDC21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C73FB-7797-7546-C094-635F2C8EB9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CF3982-6118-A403-A19B-F53E36938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E18FF4-6CFF-4AE4-E151-C25669E20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7255D-C774-BE19-9A13-F4E7B07B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42D4E-A1CF-CFEA-5C35-5AA99598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B2B73-0330-5398-C5A8-CBB3B4EC4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FC741-0256-B4A3-A44E-192468BB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E38FF-E5E0-457A-7F63-6787C8C8E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57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E75D81-570F-BA0A-EA7C-CE2C8CD9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9AAB19-8090-2B0E-D2F2-ECC1F6976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3087A-A5EE-98FE-8FA0-9A8C956B0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6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3B78-8A4F-6AEA-0B23-56D8079D6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E3792-260D-5479-4226-C56BF1232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C5376-C0F1-D663-EDBC-2C9426616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D6F26-1DD9-91CF-D09F-4F39B52C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94565-85A8-4DCF-27A0-AD2DBEAA7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52FD0-CAF7-83F1-FC80-A5A45EA1F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01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620A1-2D90-B2D4-275C-6FD596548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84FFA-4960-92EC-EA1D-016233B4F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91601-DAC6-F9C7-D732-726BCD93D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C4BD6-090C-7F0E-D575-CAFBD73D6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CC1EC-DB79-DACF-F2ED-14D7ADE4F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D661C-80F4-A05E-D8AC-16FC6602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87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F5811-68C2-1B4E-6E30-F9ED6A9F8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8B0A0-CE66-E863-F980-0BECBC8B7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BBB67-48FC-904B-147F-B13920D5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8FDFF-40C2-FC1D-B242-DAF421B1E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0EA6E-7907-E3BB-F684-416873475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58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532EFA-9EDE-628F-B6E0-C4B5B0B7F6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5BCDB-CC0C-FF0C-BB8F-901E905BC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6F464-963F-7B6E-9A5B-546B8AAB9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95DA4-6D81-44BE-B2E1-2D492887A8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7FD8B-CDB7-9541-4F79-5267577FC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B8165-8273-1128-ADF4-DB1359C1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84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E9FE3-2E4B-3B20-C561-ABC469F7B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BFD7F-ADCF-D6C5-4A36-0EBD26BD6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586C4-2146-D9A5-588F-0EC77FA11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095DA4-6D81-44BE-B2E1-2D492887A84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C9FA4-9AC4-630D-E2CA-136D8C042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8D66E-E538-7769-6E8D-53FF2A5B2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2800F-5341-410B-92EF-F0507DD1B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21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0B029-0052-6410-09DC-CC9318460A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DANA 4840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C28D5-50C5-24DB-9611-CA985D8473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Classification II</a:t>
            </a:r>
          </a:p>
          <a:p>
            <a:r>
              <a:rPr lang="en-CA" dirty="0"/>
              <a:t>Part IV Cluster Validation Statistics</a:t>
            </a:r>
          </a:p>
          <a:p>
            <a:r>
              <a:rPr lang="en-CA" dirty="0"/>
              <a:t>Part 2 – Dunn Index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47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4A757-854E-64A5-E36B-7468B33C4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DB4B2-08E9-E65B-A01A-22A32FB19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Dunn Index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CF71F-FE4E-96A2-36C9-AA5CA0601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Dunn Index is an </a:t>
            </a:r>
            <a:r>
              <a:rPr lang="en-CA" b="1" dirty="0"/>
              <a:t>internal</a:t>
            </a:r>
            <a:r>
              <a:rPr lang="en-CA" dirty="0"/>
              <a:t> clustering validation measure (you recall silhouette coefficient is another).</a:t>
            </a:r>
          </a:p>
          <a:p>
            <a:endParaRPr lang="en-CA" dirty="0"/>
          </a:p>
          <a:p>
            <a:r>
              <a:rPr lang="en-CA" dirty="0"/>
              <a:t>Idea:   We wish to have </a:t>
            </a:r>
            <a:r>
              <a:rPr lang="en-CA" i="1" dirty="0"/>
              <a:t>compact</a:t>
            </a:r>
            <a:r>
              <a:rPr lang="en-CA" dirty="0"/>
              <a:t> and </a:t>
            </a:r>
            <a:r>
              <a:rPr lang="en-CA" i="1" dirty="0"/>
              <a:t>well-separated</a:t>
            </a:r>
            <a:r>
              <a:rPr lang="en-CA" dirty="0"/>
              <a:t> clusters (groups).   How do you measure compactness and separation?</a:t>
            </a:r>
          </a:p>
        </p:txBody>
      </p:sp>
    </p:spTree>
    <p:extLst>
      <p:ext uri="{BB962C8B-B14F-4D97-AF65-F5344CB8AC3E}">
        <p14:creationId xmlns:p14="http://schemas.microsoft.com/office/powerpoint/2010/main" val="1764173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57BAD-9273-0A80-4A82-A8F84FCBE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67803-1EE2-F118-8ED1-C3E0E817C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to measure compactness?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863FB-19A8-F9DD-C53A-3A8BFEB1F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The diameter of a cluster is the maximum distance between each pair of objects within that cluster.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Students to draw a diagram to illustrate diameter: 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61257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CC555-7B77-C157-6AA8-CADB373CF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7B7F-F126-38B6-601B-575BC2C57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to measure separation?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4828B9-A0A3-4B5D-BFA5-E75B0CDA0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One way is to use inter-cluster distances.   The inter-cluster distance is the minimal distance from a member of one cluster to a member of another cluster.  </a:t>
            </a:r>
          </a:p>
          <a:p>
            <a:pPr marL="0" indent="0">
              <a:buNone/>
            </a:pPr>
            <a:r>
              <a:rPr lang="en-CA" dirty="0"/>
              <a:t>Students to draw a diagram to illustrate: 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50750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D56DC-1B10-C342-F97D-971F21614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E3D3-82E1-B8C8-2831-AA1597BAF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Dunn Index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0D8A27C-449E-D8E3-324B-DCEF0AF23D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914400" lvl="2" indent="0">
                  <a:buNone/>
                </a:pPr>
                <a:endParaRPr lang="en-CA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𝐷𝑢𝑛𝑛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𝐼𝑛𝑑𝑒𝑥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𝑚𝑖𝑛𝑖𝑚𝑢𝑚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𝑖𝑛𝑡𝑒𝑟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𝑐𝑙𝑢𝑠𝑡𝑒𝑟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𝑑𝑖𝑠𝑡𝑎𝑛𝑐𝑒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𝑚𝑎𝑥𝑖𝑚𝑢𝑚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𝑑𝑖𝑎𝑚𝑒𝑡𝑒𝑟</m:t>
                          </m:r>
                        </m:den>
                      </m:f>
                    </m:oMath>
                  </m:oMathPara>
                </a14:m>
                <a:endParaRPr lang="en-CA" dirty="0"/>
              </a:p>
              <a:p>
                <a:pPr marL="0" indent="0" algn="ctr">
                  <a:buNone/>
                </a:pPr>
                <a:endParaRPr lang="en-CA" dirty="0"/>
              </a:p>
              <a:p>
                <a:r>
                  <a:rPr lang="en-CA" dirty="0"/>
                  <a:t>If dataset contains compact and well-separated clusters, Dunn index will be </a:t>
                </a:r>
                <a:r>
                  <a:rPr lang="en-CA" b="1" dirty="0"/>
                  <a:t>high</a:t>
                </a:r>
                <a:r>
                  <a:rPr lang="en-CA" dirty="0"/>
                  <a:t> since the diameter is expected to be small and the inter-cluster distance is expected to be large.</a:t>
                </a:r>
              </a:p>
              <a:p>
                <a:r>
                  <a:rPr lang="en-CA" dirty="0"/>
                  <a:t>That is, higher Dunn index implies more compact and well-separated clusters.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0D8A27C-449E-D8E3-324B-DCEF0AF23D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7458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A5189-A07B-2D74-EDC3-ADC687E59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C7FD1-E772-92D8-BFD4-577847B6E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 code: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1CB6C3-3B4A-C09A-FC4F-A89BB6A0B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You can use </a:t>
            </a:r>
            <a:r>
              <a:rPr lang="en-CA" dirty="0" err="1"/>
              <a:t>cluster.stats</a:t>
            </a:r>
            <a:r>
              <a:rPr lang="en-CA" dirty="0"/>
              <a:t>() in </a:t>
            </a:r>
            <a:r>
              <a:rPr lang="en-CA" dirty="0" err="1"/>
              <a:t>fpc</a:t>
            </a:r>
            <a:r>
              <a:rPr lang="en-CA" dirty="0"/>
              <a:t> package to compute Dunn index.  See Cluster Validation Statistics handout.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There are other packages that you can use to obtain Dunn Index as well (</a:t>
            </a:r>
            <a:r>
              <a:rPr lang="en-CA" dirty="0" err="1"/>
              <a:t>eg</a:t>
            </a:r>
            <a:r>
              <a:rPr lang="en-CA" dirty="0"/>
              <a:t> </a:t>
            </a:r>
            <a:r>
              <a:rPr lang="en-CA" dirty="0" err="1"/>
              <a:t>clValid</a:t>
            </a:r>
            <a:r>
              <a:rPr lang="en-CA" dirty="0"/>
              <a:t> package).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3966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1567</TotalTime>
  <Words>220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Office Theme</vt:lpstr>
      <vt:lpstr>DANA 4840</vt:lpstr>
      <vt:lpstr>Dunn Index</vt:lpstr>
      <vt:lpstr>How to measure compactness?</vt:lpstr>
      <vt:lpstr>How to measure separation?</vt:lpstr>
      <vt:lpstr>Dunn Index</vt:lpstr>
      <vt:lpstr>R code: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DANA 4840</dc:title>
  <dc:creator>Yew-Wei Lim</dc:creator>
  <cp:lastModifiedBy>Yew-Wei Lim</cp:lastModifiedBy>
  <cp:revision>48</cp:revision>
  <cp:lastPrinted>2025-11-04T17:52:49Z</cp:lastPrinted>
  <dcterms:created xsi:type="dcterms:W3CDTF">2025-08-31T18:59:20Z</dcterms:created>
  <dcterms:modified xsi:type="dcterms:W3CDTF">2025-11-04T17:52:52Z</dcterms:modified>
</cp:coreProperties>
</file>