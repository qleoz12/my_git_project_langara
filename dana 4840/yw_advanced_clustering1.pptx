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67" r:id="rId2"/>
    <p:sldId id="335" r:id="rId3"/>
    <p:sldId id="336" r:id="rId4"/>
    <p:sldId id="346" r:id="rId5"/>
    <p:sldId id="347" r:id="rId6"/>
    <p:sldId id="348" r:id="rId7"/>
    <p:sldId id="349" r:id="rId8"/>
    <p:sldId id="351" r:id="rId9"/>
    <p:sldId id="350" r:id="rId10"/>
    <p:sldId id="354" r:id="rId11"/>
    <p:sldId id="355" r:id="rId12"/>
    <p:sldId id="357" r:id="rId13"/>
    <p:sldId id="356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8C301EA-6279-4B0F-99A8-CCF68523572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44F6624-3FD4-44B8-9B18-4BA248A3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03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2023-07-13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Clustering </a:t>
            </a:r>
            <a:endParaRPr lang="en-CA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Density-Based Clustering</a:t>
            </a:r>
            <a:endParaRPr lang="en-CA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6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DBSCAN is a density based clustering algorithm which can be used to identify clusters of any shape in a data set containing noise and outliers.</a:t>
            </a:r>
          </a:p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basic idea behind the density-based clustering approach is derived from a human intuitive clustering method.</a:t>
            </a:r>
          </a:p>
          <a:p>
            <a:pPr>
              <a:lnSpc>
                <a:spcPct val="17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For instance, by looking at the figure below, one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can easily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identify four clusters along with several points of noise, because of the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differences in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density of points.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4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950" y="1436234"/>
            <a:ext cx="8416970" cy="40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4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Clusters are dense regions in the data space, separated by regions of lower density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of points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DBSCAN algorithm is based on this intuitive notion of “clusters”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and “noise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key idea is that for each point of a cluster, the neighborhood of a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given radius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has to contain at least a minimum number of points.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8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35506"/>
            <a:ext cx="11340737" cy="47170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Partitioning methods (K-means, PAM clustering) and hierarchical clustering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are suitable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for finding spherical-shaped clusters or convex clusters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 other words,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they work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well only for compact and well separated clusters. Moreover, they are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also severely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affected by the presence of noise and outliers in the data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Unfortunately, real life data can contain: i) clusters of arbitrary shape such as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those shown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 the figure below (oval, linear and “S” shape clusters); ii) many outliers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noise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256" y="1528355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goal is to identify the dense regions, which can be measured by the number of objects to a given point.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Two important parameters are required: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Epsilon (“eps”) which defined the neighborhood around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CA" sz="2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Minimum points (“</a:t>
                </a:r>
                <a:r>
                  <a:rPr lang="en-CA" sz="24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”) which is the minimum number of neighbors within “eps” radius.  </a:t>
                </a:r>
                <a:r>
                  <a:rPr lang="en-CA" sz="240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Update by YW 13 July:  I believe this definition of Minimum points is incorrect as </a:t>
                </a:r>
                <a:r>
                  <a:rPr lang="en-CA" sz="2400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include the point X as well.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6" y="1528355"/>
                <a:ext cx="11340737" cy="4650376"/>
              </a:xfrm>
              <a:blipFill>
                <a:blip r:embed="rId2"/>
                <a:stretch>
                  <a:fillRect l="-699" r="-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0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6941" y="1685109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Any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in the data set, with a neighbor count greater than or equal to the </a:t>
                </a:r>
                <a:r>
                  <a:rPr lang="en-CA" sz="2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(YW:  </a:t>
                </a:r>
                <a:r>
                  <a:rPr lang="en-CA" sz="2400" i="1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1)</a:t>
                </a:r>
                <a:r>
                  <a:rPr lang="en-CA" sz="2400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marked as a </a:t>
                </a:r>
                <a:r>
                  <a:rPr lang="en-CA" sz="2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core point.</a:t>
                </a:r>
                <a:endParaRPr lang="en-CA" sz="24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CA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border point, 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if the number of its neighbors is less than </a:t>
                </a:r>
                <a:r>
                  <a:rPr lang="en-CA" sz="2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(YW:  </a:t>
                </a:r>
                <a:r>
                  <a:rPr lang="en-CA" sz="2400" i="1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1)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but it belongs to the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a:rPr lang="en-CA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 </m:t>
                    </m:r>
                  </m:oMath>
                </a14:m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neighborhood of some core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CA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Finally, if a point is neither a </a:t>
                </a:r>
                <a:r>
                  <a:rPr lang="en-CA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core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nor a </a:t>
                </a:r>
                <a:r>
                  <a:rPr lang="en-CA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border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point, then it is called a </a:t>
                </a:r>
                <a:r>
                  <a:rPr lang="en-CA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noise point or outlier.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941" y="1685109"/>
                <a:ext cx="11340737" cy="4650376"/>
              </a:xfrm>
              <a:blipFill>
                <a:blip r:embed="rId3"/>
                <a:stretch>
                  <a:fillRect l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13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39" y="1690688"/>
            <a:ext cx="10645661" cy="2449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15983" y="4086485"/>
                <a:ext cx="11160034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 the figure above, Given that  </a:t>
                </a:r>
                <a:r>
                  <a:rPr lang="en-CA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= 6: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X is a core point because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𝑛𝑒𝑖𝑔h𝑏𝑜𝑟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6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𝑌𝑊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 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𝑠h𝑜𝑢𝑙𝑑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𝑏𝑒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5)</m:t>
                    </m:r>
                  </m:oMath>
                </a14:m>
                <a:r>
                  <a:rPr lang="en-CA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y is a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border point because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𝑛𝑒𝑖𝑔h𝑏𝑜𝑟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b>
                    </m:sSub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&lt; </a:t>
                </a:r>
                <a:r>
                  <a:rPr lang="en-CA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(YW:  </a:t>
                </a:r>
                <a:r>
                  <a:rPr lang="en-CA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1)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but it belongs to the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– neighborhood of x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Z is a noise point.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3" y="4086485"/>
                <a:ext cx="11160034" cy="2169825"/>
              </a:xfrm>
              <a:prstGeom prst="rect">
                <a:avLst/>
              </a:prstGeom>
              <a:blipFill>
                <a:blip r:embed="rId4"/>
                <a:stretch>
                  <a:fillRect l="-492" b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0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density-based cluster is defined as a group of density connected points. The algorithm of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density-based clustering (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DBSCAN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works as follow</a:t>
                </a:r>
                <a:r>
                  <a:rPr lang="en-CA" sz="2400" dirty="0" smtClean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each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compute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 other points. 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Finds all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neighbor points within distance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eps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starting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 Each point, with 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neighbor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count greater than or equal to </a:t>
                </a:r>
                <a:r>
                  <a:rPr lang="en-CA" sz="2400" i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(YW:  </a:t>
                </a:r>
                <a:r>
                  <a:rPr lang="en-CA" sz="2400" i="1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1)</a:t>
                </a:r>
                <a:r>
                  <a:rPr lang="en-CA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marked as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core point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visited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  <a:blipFill>
                <a:blip r:embed="rId3"/>
                <a:stretch>
                  <a:fillRect l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74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15" y="1742940"/>
            <a:ext cx="11340737" cy="46503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For each 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core point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, if it’s not already assigned to a cluster, create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new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cluster. Find recursively all its density connected points and assign them to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same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cluster as the core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point.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Iterate through the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remaining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unvisited points in the data set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Those points that do not belong to any cluster are treated as outliers or noise.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221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Density Based Clustering Parameter Estimation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larger the data set, the larger the value of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should be 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chosen. </a:t>
                </a:r>
                <a:r>
                  <a:rPr lang="en-CA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must be chosen at least 3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The value for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can then be chosen by using a k-distance graph, plotting 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distance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to the k =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(YW:  </a:t>
                </a:r>
                <a:r>
                  <a:rPr lang="en-CA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1) 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nearest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neighbor. Good values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:r>
                  <a:rPr lang="en-CA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this plot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shows a strong bend.</a:t>
                </a: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  <a:blipFill>
                <a:blip r:embed="rId3"/>
                <a:stretch>
                  <a:fillRect l="-967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4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</a:t>
            </a:r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Density Based Clustering Advantages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15" y="1742940"/>
            <a:ext cx="11340737" cy="46503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1. Unlike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K-means, DBSCAN does not require the user to specify the number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clusters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to be generated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 . DBSCAN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can find any shape of clusters. The cluster doesn’t have to be circular.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3. DBSCAN can identify outliers</a:t>
            </a:r>
          </a:p>
        </p:txBody>
      </p:sp>
    </p:spTree>
    <p:extLst>
      <p:ext uri="{BB962C8B-B14F-4D97-AF65-F5344CB8AC3E}">
        <p14:creationId xmlns:p14="http://schemas.microsoft.com/office/powerpoint/2010/main" val="129919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11217</TotalTime>
  <Words>847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Advanced Clustering </vt:lpstr>
      <vt:lpstr>DBSCAN: Density-Based Clustering</vt:lpstr>
      <vt:lpstr>DBSCAN: Density Based Clustering</vt:lpstr>
      <vt:lpstr>DBSCAN: Density Based Clustering</vt:lpstr>
      <vt:lpstr>DBSCAN: Density Based Clustering</vt:lpstr>
      <vt:lpstr>DBSCAN: Density Based Clustering</vt:lpstr>
      <vt:lpstr>DBSCAN: Density Based Clustering Algorithm</vt:lpstr>
      <vt:lpstr>DBSCAN: Density Based Clustering Algorithm</vt:lpstr>
      <vt:lpstr>DBSCAN: Density Based Clustering Algorithm</vt:lpstr>
      <vt:lpstr>DBSCAN: Density Based Clustering Algorithm</vt:lpstr>
      <vt:lpstr>DBSCAN: Density Based Clustering Algorithm</vt:lpstr>
      <vt:lpstr>DBSCAN: Density Based Clustering Parameter Estimation</vt:lpstr>
      <vt:lpstr>DBSCAN: Density Based Clustering 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102</cp:revision>
  <cp:lastPrinted>2023-07-14T00:29:31Z</cp:lastPrinted>
  <dcterms:created xsi:type="dcterms:W3CDTF">2022-09-11T21:24:29Z</dcterms:created>
  <dcterms:modified xsi:type="dcterms:W3CDTF">2023-07-14T00:33:10Z</dcterms:modified>
</cp:coreProperties>
</file>