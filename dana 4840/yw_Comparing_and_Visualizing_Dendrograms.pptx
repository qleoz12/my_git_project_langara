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3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68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55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6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58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6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7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3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67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80508-5317-4CB0-8BF0-F24B753CAFCF}" type="datetimeFigureOut">
              <a:rPr lang="en-CA" smtClean="0"/>
              <a:t>2023-05-31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691" y="782729"/>
            <a:ext cx="9144000" cy="2387600"/>
          </a:xfrm>
        </p:spPr>
        <p:txBody>
          <a:bodyPr>
            <a:normAutofit/>
          </a:bodyPr>
          <a:lstStyle/>
          <a:p>
            <a:r>
              <a:rPr lang="en-CA" sz="5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and Visualizing  </a:t>
            </a:r>
            <a:r>
              <a:rPr lang="en-CA" sz="5400" dirty="0" err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Dendrograms</a:t>
            </a:r>
            <a:endParaRPr lang="en-CA" sz="5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0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and Visualizing </a:t>
            </a:r>
            <a:r>
              <a:rPr lang="en-CA" sz="4000" dirty="0" err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Dendrograms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We are going to look at how to compare two </a:t>
            </a:r>
            <a:r>
              <a:rPr lang="en-CA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dendrograms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using the </a:t>
            </a:r>
            <a:r>
              <a:rPr lang="en-CA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dendextend</a:t>
            </a:r>
            <a:r>
              <a:rPr lang="en-CA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R package. 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This package provides several functions for comparing </a:t>
            </a:r>
            <a:r>
              <a:rPr lang="en-CA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dendrograms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. We focus on two functions:</a:t>
            </a:r>
          </a:p>
          <a:p>
            <a:pPr>
              <a:lnSpc>
                <a:spcPct val="150000"/>
              </a:lnSpc>
            </a:pPr>
            <a:r>
              <a:rPr lang="en-CA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tanglegram</a:t>
            </a:r>
            <a:r>
              <a:rPr lang="en-CA" i="1" dirty="0" smtClean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for visual comparison</a:t>
            </a:r>
          </a:p>
          <a:p>
            <a:pPr>
              <a:lnSpc>
                <a:spcPct val="150000"/>
              </a:lnSpc>
            </a:pPr>
            <a:r>
              <a:rPr lang="en-CA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cor.dendlist</a:t>
            </a:r>
            <a:r>
              <a:rPr lang="en-CA" i="1" dirty="0" smtClean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for computing a correlation matrix between </a:t>
            </a:r>
            <a:r>
              <a:rPr lang="en-CA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dendrograms</a:t>
            </a:r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We also look at R code for </a:t>
            </a:r>
            <a:r>
              <a:rPr lang="en-CA" b="1" dirty="0" smtClean="0">
                <a:latin typeface="Arial" panose="020B0604020202020204" pitchFamily="34" charset="0"/>
                <a:cs typeface="Arial" panose="020B0604020202020204" pitchFamily="34" charset="0"/>
              </a:rPr>
              <a:t>visualizing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and customizing </a:t>
            </a:r>
            <a:r>
              <a:rPr lang="en-CA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dendrograms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Additionally, </a:t>
            </a:r>
            <a:r>
              <a:rPr lang="en-CA" smtClean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CA" smtClean="0">
                <a:latin typeface="Arial" panose="020B0604020202020204" pitchFamily="34" charset="0"/>
                <a:cs typeface="Arial" panose="020B0604020202020204" pitchFamily="34" charset="0"/>
              </a:rPr>
              <a:t>show how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to save and </a:t>
            </a:r>
            <a:r>
              <a:rPr lang="en-CA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CA" smtClean="0">
                <a:latin typeface="Arial" panose="020B0604020202020204" pitchFamily="34" charset="0"/>
                <a:cs typeface="Arial" panose="020B0604020202020204" pitchFamily="34" charset="0"/>
              </a:rPr>
              <a:t>zoom a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large </a:t>
            </a:r>
            <a:r>
              <a:rPr lang="en-CA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dendrogram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0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6113</TotalTime>
  <Words>80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Comparing and Visualizing  Dendrograms</vt:lpstr>
      <vt:lpstr>Comparing and Visualizing Dendrograms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Announcements!!!!</dc:title>
  <dc:creator>jagyeman</dc:creator>
  <cp:lastModifiedBy>Yew-Wei Lim</cp:lastModifiedBy>
  <cp:revision>56</cp:revision>
  <dcterms:created xsi:type="dcterms:W3CDTF">2022-09-11T21:24:29Z</dcterms:created>
  <dcterms:modified xsi:type="dcterms:W3CDTF">2023-05-31T19:35:40Z</dcterms:modified>
</cp:coreProperties>
</file>