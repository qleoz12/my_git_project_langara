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1" r:id="rId3"/>
    <p:sldId id="287" r:id="rId4"/>
    <p:sldId id="268" r:id="rId5"/>
    <p:sldId id="288" r:id="rId6"/>
    <p:sldId id="289" r:id="rId7"/>
    <p:sldId id="290" r:id="rId8"/>
    <p:sldId id="277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83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68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55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06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58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266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71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77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35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67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22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0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5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en-CA" sz="5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sz="5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5784307"/>
            <a:ext cx="4302034" cy="10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0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en-CA" sz="40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This method is similar to k-means clustering. </a:t>
            </a:r>
          </a:p>
          <a:p>
            <a:pPr marL="0" indent="0">
              <a:lnSpc>
                <a:spcPct val="150000"/>
              </a:lnSpc>
              <a:buNone/>
            </a:pP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Grouping is done such that objects in the same group are as similar as possible.</a:t>
            </a:r>
          </a:p>
          <a:p>
            <a:pPr>
              <a:lnSpc>
                <a:spcPct val="150000"/>
              </a:lnSpc>
            </a:pP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In k-medoids clustering, each cluster is represented by one of the data points in the center.</a:t>
            </a: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09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en-CA" sz="40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563098"/>
            <a:ext cx="10515600" cy="42237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Medoid refers to an object within a cluster for which average dissimilarity between it and all the other members in the cluster is minimal.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is a robust alternative to the K-means clustering. It is less sensitive to noise and outliers.</a:t>
            </a: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7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en-CA" sz="40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563098"/>
            <a:ext cx="10515600" cy="42237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most common k-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clustering methods is the PAM (Partitioning Around 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) algorithm (Kaufman &amp; 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Rousseeuw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, 1990.)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We will describe the PAM algorithm and provide practical examples using R software.</a:t>
            </a: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PAM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563098"/>
            <a:ext cx="10515600" cy="42237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Select k objects to become the </a:t>
            </a:r>
            <a:r>
              <a:rPr lang="en-CA" sz="3200" dirty="0" err="1"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, or in case these objects were provided use them as the </a:t>
            </a:r>
            <a:r>
              <a:rPr lang="en-CA" sz="3200" dirty="0" err="1"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Calculate the dissimilarity matrix if it was not provided.</a:t>
            </a:r>
          </a:p>
          <a:p>
            <a:pPr>
              <a:lnSpc>
                <a:spcPct val="150000"/>
              </a:lnSpc>
            </a:pP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Assign every object to its closest </a:t>
            </a:r>
            <a:r>
              <a:rPr lang="en-CA" sz="3200" dirty="0" err="1">
                <a:latin typeface="Arial" panose="020B0604020202020204" pitchFamily="34" charset="0"/>
                <a:cs typeface="Arial" panose="020B0604020202020204" pitchFamily="34" charset="0"/>
              </a:rPr>
              <a:t>medoid</a:t>
            </a: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14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PAM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563098"/>
            <a:ext cx="10515600" cy="42237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For each cluster search if any of the object of the cluster decreases the average dissimilarity coefficient; if it does, select the entity that decreases this coefficient the most as the </a:t>
            </a:r>
            <a:r>
              <a:rPr lang="en-CA" sz="3200" dirty="0" err="1">
                <a:latin typeface="Arial" panose="020B0604020202020204" pitchFamily="34" charset="0"/>
                <a:cs typeface="Arial" panose="020B0604020202020204" pitchFamily="34" charset="0"/>
              </a:rPr>
              <a:t>medoid</a:t>
            </a: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 for this cluster</a:t>
            </a:r>
          </a:p>
          <a:p>
            <a:pPr>
              <a:lnSpc>
                <a:spcPct val="150000"/>
              </a:lnSpc>
            </a:pP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If at least one </a:t>
            </a:r>
            <a:r>
              <a:rPr lang="en-CA" sz="3200" dirty="0" err="1">
                <a:latin typeface="Arial" panose="020B0604020202020204" pitchFamily="34" charset="0"/>
                <a:cs typeface="Arial" panose="020B0604020202020204" pitchFamily="34" charset="0"/>
              </a:rPr>
              <a:t>medoid</a:t>
            </a: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 has changed go to (3), else end the algorithm.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1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PAM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237" y="1563098"/>
            <a:ext cx="10515600" cy="422374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As mentioned above, the PAM algorithm works with a matrix of dissimilarity, and to compute this matrix the algorithm can use two metrics: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1. The Euclidean distances, that are the root sum-of-squares of differences.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2. And the Manhattan distance that are the sum of absolute distances.</a:t>
            </a:r>
            <a:endParaRPr lang="en-CA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0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 PAM clustering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R functions and packages: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function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pam()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[cluster package] and </a:t>
            </a:r>
            <a:r>
              <a:rPr lang="en-CA" i="1" dirty="0" err="1">
                <a:latin typeface="Arial" panose="020B0604020202020204" pitchFamily="34" charset="0"/>
                <a:cs typeface="Arial" panose="020B0604020202020204" pitchFamily="34" charset="0"/>
              </a:rPr>
              <a:t>pamk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[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fpc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package] can be used to compute PAM.</a:t>
            </a:r>
            <a:endParaRPr lang="en-CA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function </a:t>
            </a:r>
            <a:r>
              <a:rPr lang="en-CA" i="1" dirty="0" err="1">
                <a:latin typeface="Arial" panose="020B0604020202020204" pitchFamily="34" charset="0"/>
                <a:cs typeface="Arial" panose="020B0604020202020204" pitchFamily="34" charset="0"/>
              </a:rPr>
              <a:t>pamk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() does not require a user to decide the number of clusters K.</a:t>
            </a:r>
            <a:endParaRPr lang="en-CA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92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3698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The k-medoids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algorithm, PAM, is a robust alternative to k-means for partitioning a data set into clusters of observation.</a:t>
            </a: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In k-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method, each cluster is represented by a selected object within the cluster. The selected objects are named 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medoids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and corresponds to the most centrally located points within the cluster.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38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389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K-Medoids Clustering</vt:lpstr>
      <vt:lpstr>K-Medoids Clustering</vt:lpstr>
      <vt:lpstr>K-Medoids Clustering</vt:lpstr>
      <vt:lpstr>K-Medoids Clustering</vt:lpstr>
      <vt:lpstr>PAM Algorithm</vt:lpstr>
      <vt:lpstr>PAM Algorithm</vt:lpstr>
      <vt:lpstr>PAM Algorithm</vt:lpstr>
      <vt:lpstr>Computing PAM clustering in R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Announcements!!!!</dc:title>
  <dc:creator>jagyeman</dc:creator>
  <cp:lastModifiedBy>Yew-Wei Lim</cp:lastModifiedBy>
  <cp:revision>26</cp:revision>
  <dcterms:created xsi:type="dcterms:W3CDTF">2022-09-11T21:24:29Z</dcterms:created>
  <dcterms:modified xsi:type="dcterms:W3CDTF">2023-05-17T00:38:40Z</dcterms:modified>
</cp:coreProperties>
</file>