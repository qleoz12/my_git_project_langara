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1" r:id="rId3"/>
    <p:sldId id="268" r:id="rId4"/>
    <p:sldId id="269" r:id="rId5"/>
    <p:sldId id="270" r:id="rId6"/>
    <p:sldId id="284" r:id="rId7"/>
    <p:sldId id="285" r:id="rId8"/>
    <p:sldId id="282" r:id="rId9"/>
    <p:sldId id="286" r:id="rId10"/>
    <p:sldId id="277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67" d="100"/>
          <a:sy n="67" d="100"/>
        </p:scale>
        <p:origin x="45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78371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77687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5575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12060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33582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26696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716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5779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29353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1678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1227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A80508-5317-4CB0-8BF0-F24B753CAFCF}" type="datetimeFigureOut">
              <a:rPr lang="en-CA" smtClean="0"/>
              <a:t>2023-05-16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0C3AE8-76E1-4D4A-8D26-100D19D5D6B2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707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CA" sz="54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K-Means Clustering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9966" y="5784307"/>
            <a:ext cx="4302034" cy="1073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701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This is the most commonly used unsupervised learning algorithm for portioning a given data set into a set of </a:t>
            </a:r>
            <a:r>
              <a:rPr lang="en-CA" b="1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groups (clusters).</a:t>
            </a:r>
          </a:p>
          <a:p>
            <a:pPr marL="0" indent="0">
              <a:buNone/>
            </a:pP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Grouping is done such that objects in the same group are as similar as possible.</a:t>
            </a: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In k-means clustering, each cluster is represented by its center.</a:t>
            </a: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09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563098"/>
            <a:ext cx="10515600" cy="4223747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basic idea behind k-means clustering consists of defining clusters so that the total intra-cluster variation (total variation within-cluster) is minimized.</a:t>
            </a:r>
          </a:p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standard algorithm is the Hartigan-Wong algorithm (1979), which defines the total within-cluster variation as the sum of squared Euclidean distances between items and the corresponding centroid:</a:t>
            </a:r>
          </a:p>
          <a:p>
            <a:pPr marL="0" indent="0">
              <a:buNone/>
            </a:pP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2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K-Means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563098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782" y="1338671"/>
            <a:ext cx="9862457" cy="525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14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K-means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56309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1. Specify the number of clusters (K) to be created (by the analyst)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2. Select randomly k objects from the data set as the initial cluster centers or means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3. Assigns each observation to their closest centroid, based on the Euclidean distance between the object and the centroid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013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K-means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56309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4. For each of the k clusters update the 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cluster centroid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by calculating the new mean values of all the data points in the cluster. The centroid of a 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k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en-CA" i="1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cluster is a vector of length 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containing the means of all variables for the observations in the 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k-</a:t>
            </a:r>
            <a:r>
              <a:rPr lang="en-CA" i="1" dirty="0" err="1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cluster; 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p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is the number of variables.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96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K-means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9300" y="1563098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5. Iteratively minimize the total within sum of squares. That is, iterate steps 3 and 4 until the cluster assignments stop changing or the maximum number of iterations is reached. By default, the R software uses 10 as the default value for the maximum number of iterations.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1645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K-means clustering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756900" cy="409615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1. It assumes prior knowledge of the data and requires the analyst to choose the appropriate number of cluster (k) in advance.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2. The final results obtained is sensitive to the initial random selection of cluster centers. </a:t>
            </a: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317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K-means clustering disadvantages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6900" y="1878783"/>
            <a:ext cx="10756900" cy="445670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3. It’s sensitive to outliers.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4. If you rearrange your data, it’s very possible that you’ll get a different solution every time you change the ordering of your data.</a:t>
            </a: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3154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Computing k-means clustering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35507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R functions and packages: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The standard R function for k-means clustering is 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kmeans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() [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stats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 package]</a:t>
            </a:r>
            <a:endParaRPr lang="en-CA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92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CA" sz="4000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3698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K-means clustering can be used to classify observations into k groups, based on their similarity. Each group is represented by the mean value of points in the group, known as the cluster centroid.</a:t>
            </a:r>
          </a:p>
          <a:p>
            <a:endParaRPr lang="en-CA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K-means algorithm requires users to specify the number of cluster to generate. The R function 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kmeans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() [</a:t>
            </a:r>
            <a:r>
              <a:rPr lang="en-CA" i="1" dirty="0">
                <a:latin typeface="Arial" panose="020B0604020202020204" pitchFamily="34" charset="0"/>
                <a:cs typeface="Arial" panose="020B0604020202020204" pitchFamily="34" charset="0"/>
              </a:rPr>
              <a:t>stats </a:t>
            </a:r>
            <a:r>
              <a:rPr lang="en-CA" dirty="0">
                <a:latin typeface="Arial" panose="020B0604020202020204" pitchFamily="34" charset="0"/>
                <a:cs typeface="Arial" panose="020B0604020202020204" pitchFamily="34" charset="0"/>
              </a:rPr>
              <a:t>package] can be used to compute k-means algorithm.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6903" y="5786845"/>
            <a:ext cx="4302034" cy="109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38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617</TotalTime>
  <Words>464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K-Means Clustering</vt:lpstr>
      <vt:lpstr>K-Means Clustering</vt:lpstr>
      <vt:lpstr>K-Means Clustering</vt:lpstr>
      <vt:lpstr>K-Means Clustering</vt:lpstr>
      <vt:lpstr>K-means algorithm</vt:lpstr>
      <vt:lpstr>K-means algorithm</vt:lpstr>
      <vt:lpstr>K-means algorithm</vt:lpstr>
      <vt:lpstr>K-means clustering disadvantages</vt:lpstr>
      <vt:lpstr>K-means clustering disadvantages</vt:lpstr>
      <vt:lpstr>Computing k-means clustering in R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Announcements!!!!</dc:title>
  <dc:creator>jagyeman</dc:creator>
  <cp:lastModifiedBy>Yew-Wei Lim</cp:lastModifiedBy>
  <cp:revision>22</cp:revision>
  <dcterms:created xsi:type="dcterms:W3CDTF">2022-09-11T21:24:29Z</dcterms:created>
  <dcterms:modified xsi:type="dcterms:W3CDTF">2023-05-16T21:17:26Z</dcterms:modified>
</cp:coreProperties>
</file>