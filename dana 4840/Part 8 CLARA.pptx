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 Partitional Clustering</a:t>
            </a:r>
          </a:p>
          <a:p>
            <a:r>
              <a:rPr lang="en-CA" dirty="0"/>
              <a:t>Part 5 – CLARA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738F-C34C-E854-0170-F2A30D3D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CLARA </a:t>
            </a:r>
            <a:r>
              <a:rPr lang="en-US" sz="3200" dirty="0"/>
              <a:t>stands for </a:t>
            </a:r>
            <a:r>
              <a:rPr lang="en-US" sz="3200" i="1" dirty="0"/>
              <a:t>Clustering Large Applications.</a:t>
            </a:r>
          </a:p>
          <a:p>
            <a:endParaRPr lang="en-US" sz="3200" i="1" dirty="0"/>
          </a:p>
          <a:p>
            <a:r>
              <a:rPr lang="en-US" sz="3200" dirty="0"/>
              <a:t>How large should a dataset be before you consider using CLARA?   Trying running PAM and if computing time and RAM storage pose an issue, then use CLARA.   Typically, a data containing several thousand observations is considered large.</a:t>
            </a:r>
          </a:p>
          <a:p>
            <a:endParaRPr lang="en-US" sz="3200" dirty="0"/>
          </a:p>
          <a:p>
            <a:pPr marL="0" indent="0" algn="ctr">
              <a:buNone/>
            </a:pPr>
            <a:endParaRPr lang="en-US" sz="3200" b="1" dirty="0"/>
          </a:p>
          <a:p>
            <a:pPr marL="0" indent="0" algn="ctr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CLARA Algorithm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9F9C3C-723C-5C62-0B33-86067F647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571" y="1976949"/>
            <a:ext cx="10078857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B058-FB6C-48CF-304F-0A37C5B5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 code: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8C619B-6135-2824-5100-97B7A98C7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CA" sz="2000" dirty="0"/>
          </a:p>
          <a:p>
            <a:r>
              <a:rPr lang="en-CA" sz="2000" dirty="0"/>
              <a:t>It is important to take a look at the full documentation and know the difference between samples and </a:t>
            </a:r>
            <a:r>
              <a:rPr lang="en-CA" sz="2000" dirty="0" err="1"/>
              <a:t>sampsize</a:t>
            </a:r>
            <a:r>
              <a:rPr lang="en-CA" sz="2000" dirty="0"/>
              <a:t> parameters.</a:t>
            </a:r>
            <a:r>
              <a:rPr lang="en-US" sz="2000" dirty="0"/>
              <a:t> 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9F17BB8-7D82-0D94-F815-EC58EBA25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101" y="1027906"/>
            <a:ext cx="6472471" cy="416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1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88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DANA 4840</vt:lpstr>
      <vt:lpstr>CLARA</vt:lpstr>
      <vt:lpstr>CLARA Algorithm</vt:lpstr>
      <vt:lpstr>R code: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Yew-Wei Lim</dc:creator>
  <cp:lastModifiedBy>Yew-Wei Lim</cp:lastModifiedBy>
  <cp:revision>25</cp:revision>
  <cp:lastPrinted>2025-09-16T20:04:00Z</cp:lastPrinted>
  <dcterms:created xsi:type="dcterms:W3CDTF">2025-08-31T18:59:20Z</dcterms:created>
  <dcterms:modified xsi:type="dcterms:W3CDTF">2025-09-29T19:03:53Z</dcterms:modified>
</cp:coreProperties>
</file>