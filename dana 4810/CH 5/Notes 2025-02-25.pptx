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9ECC7-7AC2-2D18-6ACC-85FC0576B5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D17DA0-148A-A8D4-F788-82BFA895F3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FE026-9216-E0B1-A0AF-3CECB3E45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01B93-E6A7-4D46-AC61-7848639099BB}" type="datetimeFigureOut">
              <a:rPr lang="en-CA" smtClean="0"/>
              <a:t>2025-02-25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C3CCF-C4E8-3CA6-4E88-84DEA48F6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C1300-6892-CC47-FDAC-99BB2A03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BC05B-411E-47FD-8486-C30EA5B2702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52608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CE109-1CEB-6D26-8E0F-BB4B152F9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B62CF-7219-31AE-A73F-34F9C71C1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AC3FA-7420-46BB-F5A2-3DB1B0782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01B93-E6A7-4D46-AC61-7848639099BB}" type="datetimeFigureOut">
              <a:rPr lang="en-CA" smtClean="0"/>
              <a:t>2025-02-25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E36F3-0AF5-5757-FAF9-A3D7CB816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FF6D3-521B-B4BB-D223-A87577779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BC05B-411E-47FD-8486-C30EA5B2702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33710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8C920-DAA7-0521-6597-CFA9A5B54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8172-9CF6-6684-EF77-278C5E4E40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8E24E-7328-3BD6-05B0-866EB2209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01B93-E6A7-4D46-AC61-7848639099BB}" type="datetimeFigureOut">
              <a:rPr lang="en-CA" smtClean="0"/>
              <a:t>2025-02-25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5AE6E4-506F-1D9A-2D8E-9946108A1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A2A13-75F2-1991-FEE4-ED9FDA25A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BC05B-411E-47FD-8486-C30EA5B2702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5378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46F11-0651-C405-9E45-8783FC358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3BAE6-8A2E-E2F8-9532-FDCA5AC3E3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261465-7EFB-7223-4A56-3A53DB21F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26D192-7383-FDB0-F9F3-C081CA6CA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01B93-E6A7-4D46-AC61-7848639099BB}" type="datetimeFigureOut">
              <a:rPr lang="en-CA" smtClean="0"/>
              <a:t>2025-02-25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F4AC54-7473-20BE-581F-EA9255B46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9EBAAD-B0F8-A8C3-3F3D-BFA09F998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BC05B-411E-47FD-8486-C30EA5B2702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50440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DF7E7-AE25-C290-229B-17C0DA214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442753-78A3-635F-06E1-438BBEB9F0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FEC9DF-368E-62A2-938A-0C7F87C6DA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971C67-24C8-8F21-AAE3-8CA43C6171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BA54CB-EB45-5539-36E6-67C67EC0F1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7B53AD-AE07-5688-9D21-4BA52A643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01B93-E6A7-4D46-AC61-7848639099BB}" type="datetimeFigureOut">
              <a:rPr lang="en-CA" smtClean="0"/>
              <a:t>2025-02-25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4C3043-5DD6-21AB-79CD-CC5F1B531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AE6B02-3F99-9619-3F38-E2C0EAC39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BC05B-411E-47FD-8486-C30EA5B2702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16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F29E8-8ED5-97ED-2DA8-F317E374B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BB6204-D1C8-CB34-B3C5-2843AD8D3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01B93-E6A7-4D46-AC61-7848639099BB}" type="datetimeFigureOut">
              <a:rPr lang="en-CA" smtClean="0"/>
              <a:t>2025-02-25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49A646-F867-7967-0C74-B91D0400D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542A0E-D505-C5A9-F47E-EA9F8F3E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BC05B-411E-47FD-8486-C30EA5B2702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12956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2B304F-D25F-8868-D1A1-87B5F4528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01B93-E6A7-4D46-AC61-7848639099BB}" type="datetimeFigureOut">
              <a:rPr lang="en-CA" smtClean="0"/>
              <a:t>2025-02-25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33C0E6-65BA-CA9B-9E68-08B10C118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72954C-332D-EF91-CCF0-1B8394B61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BC05B-411E-47FD-8486-C30EA5B2702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12338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7EB42-75E1-47DC-63CA-50DDA9C3C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5F7DF-767F-6772-9C11-2706E02A1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FC5880-0803-CDB2-F436-9094FBE0E5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30653B-F04E-604F-BAE4-30149ACFD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01B93-E6A7-4D46-AC61-7848639099BB}" type="datetimeFigureOut">
              <a:rPr lang="en-CA" smtClean="0"/>
              <a:t>2025-02-25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BE221B-C31D-5FFD-2CF5-5F1C81616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1D6706-E336-B30B-AAC7-11CC6B5F8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BC05B-411E-47FD-8486-C30EA5B2702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42598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86BB4-B5B7-2493-C50E-88B80E6D9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7F0B78-CE96-68F6-A2D4-AB1323B5B6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257510-44C5-790B-5ADC-2A75FCDE4B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F962C-A248-3321-34B0-D1B28AA6C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01B93-E6A7-4D46-AC61-7848639099BB}" type="datetimeFigureOut">
              <a:rPr lang="en-CA" smtClean="0"/>
              <a:t>2025-02-25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4C4BE1-24D3-D38B-D323-F50F05964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FE391A-C586-D319-2AD8-B1FA21C8E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BC05B-411E-47FD-8486-C30EA5B2702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2653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4B374-525F-9BFF-51E6-EAB312CED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58AA59-C8CF-6F59-0E15-90CA1D1BFC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8CF97-B06C-2F9E-7145-8E313C500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01B93-E6A7-4D46-AC61-7848639099BB}" type="datetimeFigureOut">
              <a:rPr lang="en-CA" smtClean="0"/>
              <a:t>2025-02-25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FFAEE-0BD9-5707-CE93-85E9225F9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5937F-A2F6-3B58-2C5F-937AC9095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BC05B-411E-47FD-8486-C30EA5B2702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34093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F8BC59-937F-3B76-CFDA-927F8F4EE5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4CE660-9933-B8E9-7F59-F798D18D44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FCB76-BEA4-FBCD-779E-67F59AAC3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01B93-E6A7-4D46-AC61-7848639099BB}" type="datetimeFigureOut">
              <a:rPr lang="en-CA" smtClean="0"/>
              <a:t>2025-02-25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33659-2020-D83F-B35A-87AFE463F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9930A-A1E7-C600-0153-C61507D99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BC05B-411E-47FD-8486-C30EA5B2702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73414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71A49-A86D-CCC0-B3CB-FD7720BAE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6F7EB-3A03-6391-8DB8-6CD48B146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0E921-BD21-52C9-339A-45D686F96A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001B93-E6A7-4D46-AC61-7848639099BB}" type="datetimeFigureOut">
              <a:rPr lang="en-CA" smtClean="0"/>
              <a:t>2025-02-25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02C34F-9EF4-4668-0F9F-67EFA94A7A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41890-E551-6EDC-4416-9CB10D7DBE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1BC05B-411E-47FD-8486-C30EA5B2702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57281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A49AD73-A79D-BCE3-BB19-7E85EDA82F1B}"/>
              </a:ext>
            </a:extLst>
          </p:cNvPr>
          <p:cNvSpPr txBox="1"/>
          <p:nvPr/>
        </p:nvSpPr>
        <p:spPr>
          <a:xfrm>
            <a:off x="2460917" y="1451708"/>
            <a:ext cx="540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/>
              <a:t>1st</a:t>
            </a:r>
            <a:r>
              <a:rPr lang="es-MX" dirty="0"/>
              <a:t> </a:t>
            </a:r>
            <a:endParaRPr lang="en-CA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AFE030-B95E-D544-EA94-55A13CCEC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1040"/>
            <a:ext cx="6530906" cy="32159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BDCB007-2C55-3BC1-1EC8-980416D86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3413" y="1821040"/>
            <a:ext cx="4244708" cy="181371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7950EC5-5F73-3DA3-C993-01EB369B2DD8}"/>
              </a:ext>
            </a:extLst>
          </p:cNvPr>
          <p:cNvSpPr txBox="1"/>
          <p:nvPr/>
        </p:nvSpPr>
        <p:spPr>
          <a:xfrm>
            <a:off x="7584978" y="145170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/>
              <a:t>2nd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50111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Sandate Trejo</dc:creator>
  <cp:lastModifiedBy>Maria Sandate Trejo</cp:lastModifiedBy>
  <cp:revision>2</cp:revision>
  <dcterms:created xsi:type="dcterms:W3CDTF">2025-02-26T00:00:28Z</dcterms:created>
  <dcterms:modified xsi:type="dcterms:W3CDTF">2025-02-26T00:12:15Z</dcterms:modified>
</cp:coreProperties>
</file>